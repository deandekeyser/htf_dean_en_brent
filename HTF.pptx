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9" r:id="rId7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6B32A0-D59C-9071-8534-7FB4EAEE2E24}" v="10" dt="2025-11-12T14:22:38.873"/>
    <p1510:client id="{9E74A234-9E50-4466-9413-C864A225193C}" v="481" dt="2025-11-12T14:22:24.4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8BD648-62B3-0258-A109-15F49DD20C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98C28843-6A32-8329-3BD0-9D8F8D38F6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B730855-2102-6D61-3055-F16C4B7BD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EA100-EC8C-4927-8C79-4A8F1D85FB1F}" type="datetimeFigureOut">
              <a:rPr lang="nl-BE" smtClean="0"/>
              <a:t>12/11/2025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F6840E2-68F3-667D-0AC9-056A99B81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4776956-B992-E900-531D-3A5A6FC12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D9268-1DAC-42D9-BD29-A5FD0F422391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0187754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A05609-8DF9-6BC6-BC98-CA86B8739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50FD6B8-E3AA-461D-BB6F-2BE8D31F89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71B5CDF-940F-E7C8-DF4D-22D7CB50D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EA100-EC8C-4927-8C79-4A8F1D85FB1F}" type="datetimeFigureOut">
              <a:rPr lang="nl-BE" smtClean="0"/>
              <a:t>12/11/2025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63E3EC91-C3C1-1ED3-ACD8-162ECDDB2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51FF7F7-E111-9A7F-A6B0-3152ABABB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D9268-1DAC-42D9-BD29-A5FD0F422391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1789245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C304AE-7B22-0403-2C1A-88302BA44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675B13FD-A5FD-6798-F784-7E7BB6E378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4971262-8AC9-4DE4-6481-A1A788EAE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EA100-EC8C-4927-8C79-4A8F1D85FB1F}" type="datetimeFigureOut">
              <a:rPr lang="nl-BE" smtClean="0"/>
              <a:t>12/11/2025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6F109A7-7123-492C-B4C0-480D5B68E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33141E06-1F45-85DA-FBD6-721E6EBE0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D9268-1DAC-42D9-BD29-A5FD0F422391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209426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1D61FD-14F4-B3C3-5A2D-ED7FFCB92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7A32407-75A8-41FF-6A4E-153429DCDC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A7C73084-35BF-C304-A553-B83DCE9CBF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237305A6-A9CC-1C42-1E8F-3D9B96274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EA100-EC8C-4927-8C79-4A8F1D85FB1F}" type="datetimeFigureOut">
              <a:rPr lang="nl-BE" smtClean="0"/>
              <a:t>12/11/2025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E034AE81-4842-2384-64C9-9D98B69B7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F793DE23-52E2-E111-4D60-D9DF0BD64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D9268-1DAC-42D9-BD29-A5FD0F422391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522289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8D17BD-73BA-E27D-AC13-57F8973DE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6713B017-4F49-46E0-A47E-5B69EF4DC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5886A991-E5B0-4DF3-1AC5-4F8E6511EC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87A52A62-1733-30C7-CE52-E0F1579C95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FFCC429B-4153-085A-D29D-4C2D696A12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D886F0C6-3C8D-B340-0FDC-30801642E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EA100-EC8C-4927-8C79-4A8F1D85FB1F}" type="datetimeFigureOut">
              <a:rPr lang="nl-BE" smtClean="0"/>
              <a:t>12/11/2025</a:t>
            </a:fld>
            <a:endParaRPr lang="nl-BE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77383EF6-8748-CBFA-E15A-E721CF03D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4D01F8E9-8C85-093A-9C51-57DEEDEB0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D9268-1DAC-42D9-BD29-A5FD0F422391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068833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408DD0-C0D6-3EE9-E46F-4C3067A6A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648D09E2-3C22-0E57-F4A4-BB0341F4A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EA100-EC8C-4927-8C79-4A8F1D85FB1F}" type="datetimeFigureOut">
              <a:rPr lang="nl-BE" smtClean="0"/>
              <a:t>12/11/2025</a:t>
            </a:fld>
            <a:endParaRPr lang="nl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398B5335-9B2D-E1EA-0873-F10AEA377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F035D114-D30A-6891-7974-D524A47FE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D9268-1DAC-42D9-BD29-A5FD0F422391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679316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F7FD4FDC-B444-41F7-A85A-A9159D1C4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EA100-EC8C-4927-8C79-4A8F1D85FB1F}" type="datetimeFigureOut">
              <a:rPr lang="nl-BE" smtClean="0"/>
              <a:t>12/11/2025</a:t>
            </a:fld>
            <a:endParaRPr lang="nl-BE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6AFCE9D5-2A49-14FF-00C2-F57325650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3E25519E-78F0-25DE-ADC3-685C10832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D9268-1DAC-42D9-BD29-A5FD0F422391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0114652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19337DE-9C7F-F925-89B0-183324532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97B94AB-D43A-0B35-2511-2979C42C28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5990F4F0-DF83-D12E-AE6C-839C90D878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4F7BCE46-181F-140E-CB5D-BD31FA227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EA100-EC8C-4927-8C79-4A8F1D85FB1F}" type="datetimeFigureOut">
              <a:rPr lang="nl-BE" smtClean="0"/>
              <a:t>12/11/2025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312D2FE2-7011-1E5A-AA3A-B6D98B0EF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C5155160-AC6A-D187-7E1D-4DD064E68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D9268-1DAC-42D9-BD29-A5FD0F422391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788062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E2B0A7-EA86-04D7-8325-5CB258470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88C39767-DEF4-5224-C9BD-28F85610B3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547AF893-C2F7-78D2-51A1-6060FAB886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161E7E86-138D-E617-7A72-18EA627E5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EA100-EC8C-4927-8C79-4A8F1D85FB1F}" type="datetimeFigureOut">
              <a:rPr lang="nl-BE" smtClean="0"/>
              <a:t>12/11/2025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400901AD-C177-0E42-56CC-3EAFEA791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FF75A71F-621F-9950-2C2C-72939A0E8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D9268-1DAC-42D9-BD29-A5FD0F422391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153526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3F1271-74B5-B351-887E-4047F4991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B83C7582-F981-DCEF-30CA-3A7DCF623B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BBA2265-EA77-5D48-0B4A-C96C736EC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EA100-EC8C-4927-8C79-4A8F1D85FB1F}" type="datetimeFigureOut">
              <a:rPr lang="nl-BE" smtClean="0"/>
              <a:t>12/11/2025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2A53CA3-082A-29F9-B5A0-24F0E24B4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7F4F44C-CEC1-6D15-44B6-DD1E9E2BA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D9268-1DAC-42D9-BD29-A5FD0F422391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660793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FE59EE26-C75E-1DC2-B3C6-94F0707F0A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AADFBB07-5B2E-6F0E-9FEF-10CF808CA3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7A99FB2-6A2D-3F2C-00CE-DCC56102C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EA100-EC8C-4927-8C79-4A8F1D85FB1F}" type="datetimeFigureOut">
              <a:rPr lang="nl-BE" smtClean="0"/>
              <a:t>12/11/2025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1D7E61D-2ACA-2139-50D0-D764D8085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30E40222-A287-0CCB-E3B3-9E0A25CE3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D9268-1DAC-42D9-BD29-A5FD0F422391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66615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85818C6F-564C-DAC8-FF57-5DD7E22DD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CD0AA3BB-E94D-D882-3C29-D53BAD81D6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F93D9F7D-1A4D-EFCC-5A30-E1C39C0912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0EA100-EC8C-4927-8C79-4A8F1D85FB1F}" type="datetimeFigureOut">
              <a:rPr lang="nl-BE" smtClean="0"/>
              <a:t>12/11/2025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AE6291B-C6B2-1C97-30C6-4CC4FE97F3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84892B25-2C7D-CD7C-517D-9410236A9C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3D9268-1DAC-42D9-BD29-A5FD0F422391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035213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Tricolor aqua free space background template for any business card,  powerpoint presentation slide, banner, print, background. Aqua vector  background. Free aqua background. 21637514 Vector Art at Vecteezy">
            <a:extLst>
              <a:ext uri="{FF2B5EF4-FFF2-40B4-BE49-F238E27FC236}">
                <a16:creationId xmlns:a16="http://schemas.microsoft.com/office/drawing/2014/main" id="{725BBD26-BC3F-03FE-C99E-878CB0BE09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50"/>
          <a:stretch>
            <a:fillRect/>
          </a:stretch>
        </p:blipFill>
        <p:spPr bwMode="auto">
          <a:xfrm>
            <a:off x="20" y="1"/>
            <a:ext cx="1219198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96A86C48-2655-88F8-310F-03A6155AEC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Ocean Guardians </a:t>
            </a:r>
            <a:br>
              <a:rPr lang="en-US">
                <a:solidFill>
                  <a:srgbClr val="FFFFFF"/>
                </a:solidFill>
              </a:rPr>
            </a:br>
            <a:r>
              <a:rPr lang="en-US" dirty="0">
                <a:solidFill>
                  <a:srgbClr val="FFFFFF"/>
                </a:solidFill>
              </a:rPr>
              <a:t>- The AI Odyssey</a:t>
            </a:r>
            <a:endParaRPr lang="nl-BE" dirty="0">
              <a:solidFill>
                <a:srgbClr val="FFFFFF"/>
              </a:solidFill>
            </a:endParaRP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4DA718E2-4C24-76A3-6D66-6D9E125B7E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741154" y="5908424"/>
            <a:ext cx="9144000" cy="109839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nl-BE">
                <a:solidFill>
                  <a:srgbClr val="FFFFFF"/>
                </a:solidFill>
              </a:rPr>
              <a:t>Team: Dean &amp; Brent</a:t>
            </a:r>
          </a:p>
        </p:txBody>
      </p:sp>
    </p:spTree>
    <p:extLst>
      <p:ext uri="{BB962C8B-B14F-4D97-AF65-F5344CB8AC3E}">
        <p14:creationId xmlns:p14="http://schemas.microsoft.com/office/powerpoint/2010/main" val="31037484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F7D756-03F9-2354-AAB6-E53060503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/>
              <a:t>Carbon Storage</a:t>
            </a:r>
          </a:p>
        </p:txBody>
      </p:sp>
      <p:pic>
        <p:nvPicPr>
          <p:cNvPr id="5" name="Tijdelijke aanduiding voor inhoud 4">
            <a:extLst>
              <a:ext uri="{FF2B5EF4-FFF2-40B4-BE49-F238E27FC236}">
                <a16:creationId xmlns:a16="http://schemas.microsoft.com/office/drawing/2014/main" id="{944E8CEB-9888-D35A-A921-8BDC321492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68064" y="1858016"/>
            <a:ext cx="8423936" cy="4021146"/>
          </a:xfrm>
          <a:prstGeom prst="rect">
            <a:avLst/>
          </a:prstGeom>
        </p:spPr>
      </p:pic>
      <p:sp>
        <p:nvSpPr>
          <p:cNvPr id="6" name="Tekstvak 5">
            <a:extLst>
              <a:ext uri="{FF2B5EF4-FFF2-40B4-BE49-F238E27FC236}">
                <a16:creationId xmlns:a16="http://schemas.microsoft.com/office/drawing/2014/main" id="{34FD2FA2-88F2-272A-3A7D-7D1912470FD3}"/>
              </a:ext>
            </a:extLst>
          </p:cNvPr>
          <p:cNvSpPr txBox="1"/>
          <p:nvPr/>
        </p:nvSpPr>
        <p:spPr>
          <a:xfrm>
            <a:off x="92054" y="2527976"/>
            <a:ext cx="362077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BE" err="1"/>
              <a:t>Coastal</a:t>
            </a:r>
            <a:r>
              <a:rPr lang="nl-BE"/>
              <a:t> </a:t>
            </a:r>
            <a:r>
              <a:rPr lang="nl-BE" err="1"/>
              <a:t>Protection</a:t>
            </a:r>
            <a:r>
              <a:rPr lang="nl-BE"/>
              <a:t> (CP):</a:t>
            </a:r>
          </a:p>
          <a:p>
            <a:pPr marL="742950" lvl="1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nl-BE"/>
              <a:t>Grootste Invloed</a:t>
            </a:r>
          </a:p>
          <a:p>
            <a:pPr marL="742950" lvl="1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nl-BE"/>
              <a:t>Mangroven &amp; Zeegrassen: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nl-BE"/>
              <a:t>Koolstofopslag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endParaRPr lang="nl-BE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64408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F9F5E7-D443-951B-57FB-C59B6B935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Tijdelijke aanduiding voor inhoud 7" descr="Afbeelding met tekst, diagram, lijn, Perceel&#10;&#10;Door AI gegenereerde inhoud is mogelijk onjuist.">
            <a:extLst>
              <a:ext uri="{FF2B5EF4-FFF2-40B4-BE49-F238E27FC236}">
                <a16:creationId xmlns:a16="http://schemas.microsoft.com/office/drawing/2014/main" id="{6B3C4369-96C8-3057-5A78-32FAB98AB1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68804" y="2000635"/>
            <a:ext cx="8299834" cy="394242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E86BE1B1-8C8E-C942-8A53-F20E75D86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359" y="213616"/>
            <a:ext cx="3455821" cy="161620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Food Provision</a:t>
            </a:r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D467D600-A14C-0A31-3A2A-9724CEF99279}"/>
              </a:ext>
            </a:extLst>
          </p:cNvPr>
          <p:cNvSpPr txBox="1"/>
          <p:nvPr/>
        </p:nvSpPr>
        <p:spPr>
          <a:xfrm>
            <a:off x="0" y="2540682"/>
            <a:ext cx="4530239" cy="363729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 </a:t>
            </a:r>
            <a:r>
              <a:rPr lang="en-US"/>
              <a:t>Wild Caught Fisheries(FIS):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err="1"/>
              <a:t>Grootste</a:t>
            </a:r>
            <a:r>
              <a:rPr lang="en-US"/>
              <a:t> </a:t>
            </a:r>
            <a:r>
              <a:rPr lang="en-US" err="1"/>
              <a:t>Invloed</a:t>
            </a:r>
            <a:endParaRPr lang="en-US"/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90% van de Food Provision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74430786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44C69A64000DF40B886D5300DBCB7B3" ma:contentTypeVersion="12" ma:contentTypeDescription="Een nieuw document maken." ma:contentTypeScope="" ma:versionID="266dd9d5d4ade6c6ddef4acad55bd934">
  <xsd:schema xmlns:xsd="http://www.w3.org/2001/XMLSchema" xmlns:xs="http://www.w3.org/2001/XMLSchema" xmlns:p="http://schemas.microsoft.com/office/2006/metadata/properties" xmlns:ns3="dd15074c-e982-4d63-aa34-addcf054d929" targetNamespace="http://schemas.microsoft.com/office/2006/metadata/properties" ma:root="true" ma:fieldsID="f7b11d14390084aa2530851ec8dbca61" ns3:_="">
    <xsd:import namespace="dd15074c-e982-4d63-aa34-addcf054d929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LengthInSecond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15074c-e982-4d63-aa34-addcf054d929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d15074c-e982-4d63-aa34-addcf054d929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1311FDE-1AA6-4828-80D7-AAC2E17D024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d15074c-e982-4d63-aa34-addcf054d92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155E928-A5BF-4AEB-A677-7A66AF033F57}">
  <ds:schemaRefs>
    <ds:schemaRef ds:uri="http://purl.org/dc/elements/1.1/"/>
    <ds:schemaRef ds:uri="http://www.w3.org/XML/1998/namespace"/>
    <ds:schemaRef ds:uri="http://schemas.microsoft.com/office/infopath/2007/PartnerControls"/>
    <ds:schemaRef ds:uri="http://purl.org/dc/dcmitype/"/>
    <ds:schemaRef ds:uri="dd15074c-e982-4d63-aa34-addcf054d929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261B02CC-6131-41E2-B98C-0F5C4073762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Kantoorthema</vt:lpstr>
      <vt:lpstr>Ocean Guardians  - The AI Odyssey</vt:lpstr>
      <vt:lpstr>Carbon Storage</vt:lpstr>
      <vt:lpstr>Food Provision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Brent De Maerteleire</dc:creator>
  <cp:lastModifiedBy>Brent De Maerteleire</cp:lastModifiedBy>
  <cp:revision>14</cp:revision>
  <dcterms:created xsi:type="dcterms:W3CDTF">2025-11-12T13:55:26Z</dcterms:created>
  <dcterms:modified xsi:type="dcterms:W3CDTF">2025-11-12T14:26:36Z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0x010100744C69A64000DF40B886D5300DBCB7B3</vt:lpwstr>
  </property>
</Properties>
</file>